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9B538F7-E2F4-41E9-B507-D897A1CAE151}">
          <p14:sldIdLst>
            <p14:sldId id="256"/>
          </p14:sldIdLst>
        </p14:section>
        <p14:section name="Sección sin título" id="{89BEE58D-2E7E-40C1-9713-81C172CFDE7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4" autoAdjust="0"/>
  </p:normalViewPr>
  <p:slideViewPr>
    <p:cSldViewPr snapToGrid="0">
      <p:cViewPr>
        <p:scale>
          <a:sx n="100" d="100"/>
          <a:sy n="100" d="100"/>
        </p:scale>
        <p:origin x="94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308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760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237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4612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573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362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795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845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790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347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305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5138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76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8231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764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145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71763-FDA3-4938-B0FF-74B70760CE64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1944D5-9AA1-4576-A795-413F9265302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073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191E364-4914-A373-4699-5C048EABF12C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1078DE-0A4E-CA7D-EF48-1EC1C02E3AC5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367DF3-9277-A884-E115-2E0A58815E76}"/>
              </a:ext>
            </a:extLst>
          </p:cNvPr>
          <p:cNvSpPr txBox="1"/>
          <p:nvPr/>
        </p:nvSpPr>
        <p:spPr>
          <a:xfrm>
            <a:off x="3028747" y="34542"/>
            <a:ext cx="65181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Fundamentos del Proyecto</a:t>
            </a:r>
            <a:endParaRPr lang="es-AR" sz="4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DEE6C2-3D3C-DDC0-3E0B-DEDBBF294886}"/>
              </a:ext>
            </a:extLst>
          </p:cNvPr>
          <p:cNvSpPr txBox="1"/>
          <p:nvPr/>
        </p:nvSpPr>
        <p:spPr>
          <a:xfrm>
            <a:off x="2716040" y="742428"/>
            <a:ext cx="691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Laboratorio de Construcción de Software / Proyecto Profesional I</a:t>
            </a: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9C365E-9179-9F4D-9E43-1896210BC272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88238D-9ED2-DE84-BED4-82D1FDB17040}"/>
              </a:ext>
            </a:extLst>
          </p:cNvPr>
          <p:cNvSpPr txBox="1"/>
          <p:nvPr/>
        </p:nvSpPr>
        <p:spPr>
          <a:xfrm>
            <a:off x="1201502" y="1887910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INTEGRANTES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850A1B-5BCC-6D4F-FB8D-616D8943E6B4}"/>
              </a:ext>
            </a:extLst>
          </p:cNvPr>
          <p:cNvSpPr txBox="1"/>
          <p:nvPr/>
        </p:nvSpPr>
        <p:spPr>
          <a:xfrm>
            <a:off x="1201502" y="2305400"/>
            <a:ext cx="2786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Martinez Bogado Gonzalo</a:t>
            </a:r>
          </a:p>
          <a:p>
            <a:r>
              <a:rPr lang="es-ES" dirty="0"/>
              <a:t>Santiago Tomas Taher</a:t>
            </a:r>
          </a:p>
          <a:p>
            <a:r>
              <a:rPr lang="es-ES" dirty="0"/>
              <a:t>Nahuel Agustín Orlandau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69E220-772E-4173-7BC5-FDF0CE95CE12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76154-CC81-FBF3-31B9-A50885CA8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42" y="2000816"/>
            <a:ext cx="4857184" cy="485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9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971E-684B-D9AC-13C0-5C7B94EE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50F4415-8CB3-9B49-8ED1-10C7FAD4B5EB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7C1C44-E4EF-FC5B-8820-A25013FB13C2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C3979B-0633-C9D3-A426-EDAEC53B0EB1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AD5752-A7E5-C81C-CA68-7F07A40A0B23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85FF7B-37EF-6F4A-E127-81D228DEAD18}"/>
              </a:ext>
            </a:extLst>
          </p:cNvPr>
          <p:cNvSpPr txBox="1"/>
          <p:nvPr/>
        </p:nvSpPr>
        <p:spPr>
          <a:xfrm>
            <a:off x="3008032" y="32592"/>
            <a:ext cx="3329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Nuestra</a:t>
            </a:r>
            <a:r>
              <a:rPr lang="es-ES" dirty="0"/>
              <a:t> </a:t>
            </a:r>
            <a:r>
              <a:rPr lang="es-ES" sz="4000" dirty="0"/>
              <a:t>visión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0CE553-B069-A067-BBBB-9F3544594176}"/>
              </a:ext>
            </a:extLst>
          </p:cNvPr>
          <p:cNvSpPr txBox="1"/>
          <p:nvPr/>
        </p:nvSpPr>
        <p:spPr>
          <a:xfrm>
            <a:off x="2261471" y="1166736"/>
            <a:ext cx="56651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Muchas empresas gestionan sus envíos mediante hojas de cálculo o sistemas poco integrados, lo que dificulta el control y seguimiento de los paquetes.</a:t>
            </a:r>
          </a:p>
          <a:p>
            <a:endParaRPr lang="es-ES" dirty="0"/>
          </a:p>
          <a:p>
            <a:r>
              <a:rPr lang="es-ES" dirty="0"/>
              <a:t>Proponemos una aplicación que permita a empresas y operadores logísticos administrar de manera centralizada y eficiente la información relacionada con sus envíos.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479BA4-7CBF-FE5C-6633-5FAEBF046B4D}"/>
              </a:ext>
            </a:extLst>
          </p:cNvPr>
          <p:cNvSpPr txBox="1"/>
          <p:nvPr/>
        </p:nvSpPr>
        <p:spPr>
          <a:xfrm>
            <a:off x="2261471" y="4077328"/>
            <a:ext cx="4217821" cy="1980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Entre nuestros principales interesados</a:t>
            </a:r>
            <a:r>
              <a:rPr lang="es-AR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Supervisor del Sistema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Operadores Logísticos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Empresa u Organización Cliente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Usuarios de Consulta o Supervisores</a:t>
            </a:r>
          </a:p>
        </p:txBody>
      </p:sp>
    </p:spTree>
    <p:extLst>
      <p:ext uri="{BB962C8B-B14F-4D97-AF65-F5344CB8AC3E}">
        <p14:creationId xmlns:p14="http://schemas.microsoft.com/office/powerpoint/2010/main" val="108364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FA9F-D8B0-4F14-697A-44771B51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5E44397-9B74-04C1-15CA-CEA3EA8682DA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979ED2-73F1-F901-B152-0CBFA3D0ECDA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E0C28E-C6E3-B173-0D08-763437C18DC2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D5C675-05AA-C0D4-F44D-11C62584C59A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BBCAB6-5E2D-083B-1A06-D186DB063F6B}"/>
              </a:ext>
            </a:extLst>
          </p:cNvPr>
          <p:cNvSpPr txBox="1"/>
          <p:nvPr/>
        </p:nvSpPr>
        <p:spPr>
          <a:xfrm>
            <a:off x="4089777" y="50347"/>
            <a:ext cx="4012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Objetivos SMART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1A7658-D31A-EE69-59E1-2ACFE73ED685}"/>
              </a:ext>
            </a:extLst>
          </p:cNvPr>
          <p:cNvSpPr txBox="1"/>
          <p:nvPr/>
        </p:nvSpPr>
        <p:spPr>
          <a:xfrm>
            <a:off x="1498941" y="1429305"/>
            <a:ext cx="65277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Prototipo funcional del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Sistema de seguimiento de estados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Búsqueda y consulta de envíos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 un modelo básico de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Gestión del proyecto y repositorio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21C2658-8CA0-2435-349F-F5CBB7E1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78728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1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8431-4BEC-0272-3B3F-FCB9380F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D24BC9A-CAE6-24F4-D3AF-9D539C96623A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2A8BD9-D3FA-E0A6-D247-E3683567DEDD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17BEE2-6FE2-A216-B9D0-9912784E4438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A60DD6-C3C0-4379-FB9A-F5DE18A42E7C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A8DDE2-20D6-EEE9-189C-AC4576A9DA95}"/>
              </a:ext>
            </a:extLst>
          </p:cNvPr>
          <p:cNvSpPr txBox="1"/>
          <p:nvPr/>
        </p:nvSpPr>
        <p:spPr>
          <a:xfrm>
            <a:off x="3807805" y="91304"/>
            <a:ext cx="44262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Alcance (In Scope)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DAAE0B-7C38-6F01-62A2-76D38139CBD2}"/>
              </a:ext>
            </a:extLst>
          </p:cNvPr>
          <p:cNvSpPr txBox="1"/>
          <p:nvPr/>
        </p:nvSpPr>
        <p:spPr>
          <a:xfrm>
            <a:off x="2321469" y="1399354"/>
            <a:ext cx="4337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Objetivo</a:t>
            </a:r>
            <a:r>
              <a:rPr lang="es-AR" dirty="0"/>
              <a:t>:</a:t>
            </a:r>
            <a:r>
              <a:rPr lang="es-ES" dirty="0"/>
              <a:t> </a:t>
            </a:r>
          </a:p>
          <a:p>
            <a:r>
              <a:rPr lang="es-ES" dirty="0"/>
              <a:t>Permitir la gestión básica de envíos y seguimiento dentro de un sistema logístico simulado.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D66D4E-8C2D-8A32-6CDD-AE3C21291EC4}"/>
              </a:ext>
            </a:extLst>
          </p:cNvPr>
          <p:cNvSpPr txBox="1"/>
          <p:nvPr/>
        </p:nvSpPr>
        <p:spPr>
          <a:xfrm>
            <a:off x="2321469" y="3026256"/>
            <a:ext cx="2972673" cy="2118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Gestión de envíos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Búsqueda y consulta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Seguimiento del envío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Gestión de roles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Prototipo y arquitectura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E98AF73-5FC9-0832-5925-59C06A54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301" y="2599683"/>
            <a:ext cx="3240260" cy="32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0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5AA7-D056-3F9C-9BCD-82A3864B2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6C05CED-F97C-5CC7-CE1F-B4690F199A72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D5B2EE-6BBE-A3F8-A165-E12B380E0A6E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8F7422-BF56-1CE8-673D-ADC131BFDFA6}"/>
              </a:ext>
            </a:extLst>
          </p:cNvPr>
          <p:cNvSpPr txBox="1"/>
          <p:nvPr/>
        </p:nvSpPr>
        <p:spPr>
          <a:xfrm>
            <a:off x="3028747" y="34542"/>
            <a:ext cx="63792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No Alcance (Out of Scope)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778E34-2C1A-D945-1436-21313CCB78A4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84F26D-8E51-EDC4-9166-6CBD158240F4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771104-6910-5143-7F7C-13EF8A9CF877}"/>
              </a:ext>
            </a:extLst>
          </p:cNvPr>
          <p:cNvSpPr txBox="1"/>
          <p:nvPr/>
        </p:nvSpPr>
        <p:spPr>
          <a:xfrm>
            <a:off x="2321469" y="1390650"/>
            <a:ext cx="4410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Las siguientes funcionalidades </a:t>
            </a:r>
            <a:r>
              <a:rPr lang="es-ES" b="1" dirty="0"/>
              <a:t>no serán desarrolladas en esta etapa inicial del proyecto</a:t>
            </a:r>
            <a:r>
              <a:rPr lang="es-ES" dirty="0"/>
              <a:t>, ya que exceden el objetivo del MVP académico.</a:t>
            </a:r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B01597-9798-0EC4-F0A6-69DB67657E6D}"/>
              </a:ext>
            </a:extLst>
          </p:cNvPr>
          <p:cNvSpPr txBox="1"/>
          <p:nvPr/>
        </p:nvSpPr>
        <p:spPr>
          <a:xfrm>
            <a:off x="2321469" y="3115376"/>
            <a:ext cx="4038285" cy="2534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Integraciones externas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Optimización logística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Notificaciones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Pagos y facturación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Seguridad avanzada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Infraestructura real de producción</a:t>
            </a:r>
          </a:p>
        </p:txBody>
      </p:sp>
    </p:spTree>
    <p:extLst>
      <p:ext uri="{BB962C8B-B14F-4D97-AF65-F5344CB8AC3E}">
        <p14:creationId xmlns:p14="http://schemas.microsoft.com/office/powerpoint/2010/main" val="68254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9E56-F2BD-4865-57F2-F80F8E77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8406721-5982-AE38-14FB-C148D9004590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4FB6FE-DF27-E9B3-1F35-654D83B4DB2D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9F33A1-2592-F37C-DA08-153D2198AD51}"/>
              </a:ext>
            </a:extLst>
          </p:cNvPr>
          <p:cNvSpPr txBox="1"/>
          <p:nvPr/>
        </p:nvSpPr>
        <p:spPr>
          <a:xfrm>
            <a:off x="3769337" y="40947"/>
            <a:ext cx="4653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Working Agreement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260829-59DE-D20A-49D8-02370A50208B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4D3E0F-5364-4B37-9E50-974EDBCA0DF7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B2F43D-FF80-4B56-AFC4-8DE96F042FF1}"/>
              </a:ext>
            </a:extLst>
          </p:cNvPr>
          <p:cNvSpPr txBox="1"/>
          <p:nvPr/>
        </p:nvSpPr>
        <p:spPr>
          <a:xfrm>
            <a:off x="2212522" y="1627581"/>
            <a:ext cx="453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Guidelines a seguir durante el proyecto</a:t>
            </a:r>
            <a:r>
              <a:rPr lang="es-AR" dirty="0"/>
              <a:t>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AC6F9C-58F1-DAFE-7854-383AC6AD5F66}"/>
              </a:ext>
            </a:extLst>
          </p:cNvPr>
          <p:cNvSpPr txBox="1"/>
          <p:nvPr/>
        </p:nvSpPr>
        <p:spPr>
          <a:xfrm>
            <a:off x="2321469" y="2233163"/>
            <a:ext cx="3613746" cy="2949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Comunicación del equipo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Reuniones de seguimiento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Distribución de tareas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Uso del repositorio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Calidad del trabajo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Resolución de problemas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/>
              <a:t>Responsabilidad y compromiso</a:t>
            </a:r>
          </a:p>
        </p:txBody>
      </p:sp>
    </p:spTree>
    <p:extLst>
      <p:ext uri="{BB962C8B-B14F-4D97-AF65-F5344CB8AC3E}">
        <p14:creationId xmlns:p14="http://schemas.microsoft.com/office/powerpoint/2010/main" val="243460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B2CB-AC04-A9A1-3787-78EB904B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CE04721-4815-E4E0-AC15-441F8E64A345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3DA3C4-87FC-949C-2F26-5E5BEF613361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20E503-8914-8875-D8E0-426C7306D2E1}"/>
              </a:ext>
            </a:extLst>
          </p:cNvPr>
          <p:cNvSpPr txBox="1"/>
          <p:nvPr/>
        </p:nvSpPr>
        <p:spPr>
          <a:xfrm>
            <a:off x="3477334" y="158367"/>
            <a:ext cx="52373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Plan de Comunicación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0C4987-3A24-E6F9-A4DD-4244FE958F63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7B9FFB-1EDB-3EE6-005C-516E5769C8A6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268359-76DB-C7F9-CA29-2BB975499C7A}"/>
              </a:ext>
            </a:extLst>
          </p:cNvPr>
          <p:cNvSpPr txBox="1"/>
          <p:nvPr/>
        </p:nvSpPr>
        <p:spPr>
          <a:xfrm>
            <a:off x="2867025" y="1118315"/>
            <a:ext cx="6457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Objetivo</a:t>
            </a:r>
            <a:r>
              <a:rPr lang="es-AR" b="1" dirty="0"/>
              <a:t>:</a:t>
            </a:r>
          </a:p>
          <a:p>
            <a:r>
              <a:rPr lang="es-ES" dirty="0"/>
              <a:t>Definir canales y herramientas para asegurar una comunicación efectiva y el seguimiento del proyecto.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48EC6D-6B9A-15DB-47E6-9FE337B36906}"/>
              </a:ext>
            </a:extLst>
          </p:cNvPr>
          <p:cNvSpPr txBox="1"/>
          <p:nvPr/>
        </p:nvSpPr>
        <p:spPr>
          <a:xfrm>
            <a:off x="1295399" y="2233163"/>
            <a:ext cx="7134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Equipo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3 integrantes trabajando de forma colaborativa.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Distribución equitativa de tareas (desarrollo y documentación).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FCB93C-D2A4-700C-76BC-DFE9173A2315}"/>
              </a:ext>
            </a:extLst>
          </p:cNvPr>
          <p:cNvSpPr txBox="1"/>
          <p:nvPr/>
        </p:nvSpPr>
        <p:spPr>
          <a:xfrm>
            <a:off x="1295399" y="3156493"/>
            <a:ext cx="63040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Canales de comunicación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WhatsApp / </a:t>
            </a:r>
            <a:r>
              <a:rPr lang="es-ES" dirty="0" err="1"/>
              <a:t>Telegram</a:t>
            </a:r>
            <a:r>
              <a:rPr lang="es-ES" dirty="0"/>
              <a:t> / </a:t>
            </a:r>
            <a:r>
              <a:rPr lang="es-ES" dirty="0" err="1"/>
              <a:t>Discord</a:t>
            </a:r>
            <a:r>
              <a:rPr lang="es-ES" dirty="0"/>
              <a:t> → comunicación rápida.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GitHub → control de versiones del código.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Google Drive / </a:t>
            </a:r>
            <a:r>
              <a:rPr lang="es-ES" dirty="0" err="1"/>
              <a:t>Docs</a:t>
            </a:r>
            <a:r>
              <a:rPr lang="es-ES" dirty="0"/>
              <a:t> → documentación del proyecto.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1875BA-B496-BE91-FC7F-440346CD74C2}"/>
              </a:ext>
            </a:extLst>
          </p:cNvPr>
          <p:cNvSpPr txBox="1"/>
          <p:nvPr/>
        </p:nvSpPr>
        <p:spPr>
          <a:xfrm>
            <a:off x="1295399" y="4414457"/>
            <a:ext cx="59397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Frecuencia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Reuniones semanales para seguimiento del progreso.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Reuniones adicionales cuando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191977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03A9-D6BE-93C1-45D3-C4ECCEEA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C75E2C8-3C7D-EEBB-4325-322B09974D85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682832-F7DB-76E7-AC4B-85CDCBED2030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EBB5A2-E85F-51AC-BCD7-74A40CAB32A7}"/>
              </a:ext>
            </a:extLst>
          </p:cNvPr>
          <p:cNvSpPr txBox="1"/>
          <p:nvPr/>
        </p:nvSpPr>
        <p:spPr>
          <a:xfrm>
            <a:off x="3028747" y="34542"/>
            <a:ext cx="5184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Plan de comunicación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04B9DD-BC91-3810-5557-8716DC4674B7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7B1005-88F4-1F8B-0C09-51D7F10E529E}"/>
              </a:ext>
            </a:extLst>
          </p:cNvPr>
          <p:cNvSpPr txBox="1"/>
          <p:nvPr/>
        </p:nvSpPr>
        <p:spPr>
          <a:xfrm>
            <a:off x="2026128" y="954303"/>
            <a:ext cx="7270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Comunicación con el </a:t>
            </a:r>
            <a:r>
              <a:rPr lang="es-ES" b="1" dirty="0" err="1"/>
              <a:t>Product</a:t>
            </a:r>
            <a:r>
              <a:rPr lang="es-ES" b="1" dirty="0"/>
              <a:t> </a:t>
            </a:r>
            <a:r>
              <a:rPr lang="es-ES" b="1" dirty="0" err="1"/>
              <a:t>Owner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Docente del curso.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Contacto vía </a:t>
            </a:r>
            <a:r>
              <a:rPr lang="es-ES" dirty="0" err="1"/>
              <a:t>Telegram</a:t>
            </a:r>
            <a:r>
              <a:rPr lang="es-ES" dirty="0"/>
              <a:t>, correo, aula virtual o durante las clases.</a:t>
            </a:r>
          </a:p>
          <a:p>
            <a:endParaRPr lang="es-AR" dirty="0"/>
          </a:p>
          <a:p>
            <a:r>
              <a:rPr lang="es-ES" b="1" dirty="0"/>
              <a:t>Gestión del proyecto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Registro de decisiones en documento compartido.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Problemas o bloqueos se comunican al equipo para resolverlos colaborativamente.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74691D-10E1-490C-C7D6-BE0E0F473A34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0BBE26-E0B7-AB31-03AB-C70C1BC22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31" y="3296481"/>
            <a:ext cx="3347465" cy="334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46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E81A-B1CD-6510-22ED-56A51C65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DC24D18-F87A-C32E-7DF1-CA639D8F1767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0BACF4-6780-7561-A918-65D1CECD1AEC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D8D630-164E-45FF-55CB-F0C4E22C3453}"/>
              </a:ext>
            </a:extLst>
          </p:cNvPr>
          <p:cNvSpPr txBox="1"/>
          <p:nvPr/>
        </p:nvSpPr>
        <p:spPr>
          <a:xfrm>
            <a:off x="3725767" y="40947"/>
            <a:ext cx="4740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Criterios de Trabajo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2B866F-D498-6CB6-0138-C82D0585EAEA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B259ED-676E-784B-7996-D071BC807CBB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13EA81C-B036-307F-7720-C2D18B99CEA1}"/>
              </a:ext>
            </a:extLst>
          </p:cNvPr>
          <p:cNvSpPr txBox="1"/>
          <p:nvPr/>
        </p:nvSpPr>
        <p:spPr>
          <a:xfrm>
            <a:off x="2032820" y="1374171"/>
            <a:ext cx="7696200" cy="391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Definition of Ready</a:t>
            </a:r>
            <a:r>
              <a:rPr lang="es-AR" b="1" dirty="0"/>
              <a:t>:</a:t>
            </a:r>
            <a:endParaRPr lang="es-ES" b="1" dirty="0"/>
          </a:p>
          <a:p>
            <a:endParaRPr lang="es-ES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Las historias tienen descripción clara de la funcionalidad.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Incluye criterios de aceptación definidos.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Está priorizada en el backlog.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El equipo entiende qué se debe construir.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Tiene estimación realizada por el equipo.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No tiene bloqueos externos conocidos.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Los recursos o información necesaria están disponibles.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Está dividida en un tamaño manejable para completarse en un sprint.</a:t>
            </a:r>
          </a:p>
        </p:txBody>
      </p:sp>
    </p:spTree>
    <p:extLst>
      <p:ext uri="{BB962C8B-B14F-4D97-AF65-F5344CB8AC3E}">
        <p14:creationId xmlns:p14="http://schemas.microsoft.com/office/powerpoint/2010/main" val="3109997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B8357-3DC0-CB40-BD06-DE61A48B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B2133A4-CC79-7DD3-3E85-C769D26B580B}"/>
              </a:ext>
            </a:extLst>
          </p:cNvPr>
          <p:cNvSpPr/>
          <p:nvPr/>
        </p:nvSpPr>
        <p:spPr>
          <a:xfrm rot="18891890">
            <a:off x="-1293986" y="-499872"/>
            <a:ext cx="4086483" cy="236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D4ABE0-8238-25D3-1558-6A896CC1A330}"/>
              </a:ext>
            </a:extLst>
          </p:cNvPr>
          <p:cNvSpPr txBox="1"/>
          <p:nvPr/>
        </p:nvSpPr>
        <p:spPr>
          <a:xfrm rot="18826462">
            <a:off x="-244223" y="731861"/>
            <a:ext cx="23555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/>
              <a:t>LogiTrack</a:t>
            </a:r>
            <a:endParaRPr lang="es-AR" sz="4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17D146-9F6F-A063-791F-FD81B477D26C}"/>
              </a:ext>
            </a:extLst>
          </p:cNvPr>
          <p:cNvSpPr txBox="1"/>
          <p:nvPr/>
        </p:nvSpPr>
        <p:spPr>
          <a:xfrm>
            <a:off x="3725767" y="40947"/>
            <a:ext cx="4740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Criterios de Trabajo</a:t>
            </a:r>
            <a:endParaRPr lang="es-AR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A0B84B-F13F-C724-D1B3-AB25514E6954}"/>
              </a:ext>
            </a:extLst>
          </p:cNvPr>
          <p:cNvSpPr txBox="1"/>
          <p:nvPr/>
        </p:nvSpPr>
        <p:spPr>
          <a:xfrm rot="18902900">
            <a:off x="928913" y="10975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GRUPO 5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90B7158-D9A1-C587-956F-FA371C66E2E1}"/>
              </a:ext>
            </a:extLst>
          </p:cNvPr>
          <p:cNvSpPr txBox="1"/>
          <p:nvPr/>
        </p:nvSpPr>
        <p:spPr>
          <a:xfrm>
            <a:off x="0" y="645263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17/03/2026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192A96-CAEE-3F99-B8B1-9BB4DFE6631D}"/>
              </a:ext>
            </a:extLst>
          </p:cNvPr>
          <p:cNvSpPr txBox="1"/>
          <p:nvPr/>
        </p:nvSpPr>
        <p:spPr>
          <a:xfrm>
            <a:off x="2032820" y="1374171"/>
            <a:ext cx="7696200" cy="405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Definition of Done</a:t>
            </a:r>
            <a:r>
              <a:rPr lang="es-AR" b="1" dirty="0"/>
              <a:t>:</a:t>
            </a:r>
            <a:endParaRPr lang="es-E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La funcionalidad fue desarrollada completamente.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cumplen todos los criterios de aceptación.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El código fue revisado por otro miembro del equipo.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realizaron pruebas funcionales y pasaron correctamente.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No hay errores críticos abiertos.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Owner</a:t>
            </a:r>
            <a:r>
              <a:rPr lang="es-ES" dirty="0"/>
              <a:t> aceptó los avances.</a:t>
            </a:r>
            <a:endParaRPr lang="es-ES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La funcionalidad está integrada al repositorio principal.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La documentación está actualizada.</a:t>
            </a:r>
          </a:p>
        </p:txBody>
      </p:sp>
    </p:spTree>
    <p:extLst>
      <p:ext uri="{BB962C8B-B14F-4D97-AF65-F5344CB8AC3E}">
        <p14:creationId xmlns:p14="http://schemas.microsoft.com/office/powerpoint/2010/main" val="1279816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79</TotalTime>
  <Words>550</Words>
  <Application>Microsoft Office PowerPoint</Application>
  <PresentationFormat>Panorámica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Facundo Martinez</dc:creator>
  <cp:lastModifiedBy>Facundo Martinez</cp:lastModifiedBy>
  <cp:revision>1</cp:revision>
  <dcterms:created xsi:type="dcterms:W3CDTF">2026-03-16T17:46:56Z</dcterms:created>
  <dcterms:modified xsi:type="dcterms:W3CDTF">2026-03-16T19:06:29Z</dcterms:modified>
</cp:coreProperties>
</file>